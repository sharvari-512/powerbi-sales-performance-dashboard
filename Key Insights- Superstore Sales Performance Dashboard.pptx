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C9D1-1E79-D89B-B83C-0AF18454B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38CFD-5502-6078-82E9-0D7C56149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12448-3616-E8D3-3DC8-B0DA191B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3DB2-598E-C51A-320F-5ECD6D24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4B739-3304-641E-494C-D53D318E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42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BAB5-65A3-61B9-B183-B89338CB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E322-091F-3480-D4B3-5CEEE9C12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0ED97-780D-D915-A99F-675F0FAF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2C4EA-FA78-F955-60B0-E3E034246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FA761-07FB-52EF-62F2-0345C4A7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01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D255-B092-9D12-6DA0-196EE5D9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2A84A-AB40-3EF7-1194-86B86F6BF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B2502-7785-B65E-E358-828BAFE7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17E83-607C-E306-3904-4AF332F0F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D46E7-EAC3-D85C-69BB-3B2B5A03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56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1AAC-99C9-7039-CD14-BF1CD7BF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83172-C236-FDEB-6A4B-BDA31EF7B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D1534-DCB1-BF57-1C58-867078FEC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AEF75-0FF2-00A0-929E-20232D40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D9CAE-DA8E-BDAB-FE38-CF52FCB7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C67EF-C03E-6100-5933-9473912C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0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37C6-FE1E-9634-A8C9-F1F71BAA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FB110-5CE7-C486-46D8-68A0FE7C7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ED302-57AB-EC48-6735-C53BEA95D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EC9A4-07F3-069B-6AA9-F6B88FAC7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10D4C-3261-D0D6-A8B4-213142BA0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EC6AB-598C-55B1-0616-88B57B3B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2C2FF-D69F-0917-71CE-95F1E974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E5A44-70EC-7515-AF2A-B88F9674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08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BEE5-4918-DE67-6C7F-C0C792DB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A7D90-1AA1-92EF-B061-131D191A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CC7D3-C432-3093-9C25-3D2CD8A3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07358-F332-4868-473F-7682CFA8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202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9BF60-3D0A-D222-8E4F-2ED98E83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CD8B6-9DE2-1BF7-A95B-F70B8050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56424-423F-02BC-9633-F9E52210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33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D592-58C7-7E40-1E75-4A334380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4A803-3A5F-F9FD-8BB4-B98BFC71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47BDF-8CAA-124A-4530-86848DC0D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B00D8-916A-8818-3A80-4EBAA42A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940A0-85F7-6D05-6C47-9ADA488B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2781F-EC43-EBD9-6168-1C4F3D5F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06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63D8-B2F8-969D-F174-9D75C549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7234D-86FC-CF64-15B6-428D3419D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95E25-95F3-8207-6F68-F846F9315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47D94-705C-96D1-BD6F-B8698E09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6FBC3-0C36-66B3-BEC1-F9B88C58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2937A-E5F0-C7A8-3B06-44AC4F2D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6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A26-3A96-E7B8-283A-82C59439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B4155-E812-72C8-F4E2-CA8A4392E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ED4D-D8F9-6F62-52A5-463442F2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689AB-C7FD-2481-9D3B-8313D088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21406-BA8A-DC20-DB56-A9137613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71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59B78E-AA98-E9AE-65F7-B34671788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7C209-C8B1-4B20-E22F-5A4D377F4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B196E-A7B5-FEB6-8A3B-7B27F1FC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857E2-3B3B-9CFB-FAE4-568ACBFF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4376-EF98-4270-2D77-BC1F3F57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88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BD1FD-C7E9-473D-63E2-2B63F065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AB80A-2AD0-A157-87A0-0EA1F20B7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41DFD-82CA-DFD2-8C12-B761EBECC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FB9EB-BC9C-4599-A9C7-59AE5526A79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88D24-0818-2EF1-0288-CDC2D1210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92EBD-BC9A-A1D8-5963-0F6183848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2FED6-393B-4766-8E12-8FA0F17B8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68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1D1C-6FCB-A868-3D59-17904E8A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44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Performance Dashboard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49BC5B-BA11-B44F-E30B-C3FB57171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16" b="-1"/>
          <a:stretch>
            <a:fillRect/>
          </a:stretch>
        </p:blipFill>
        <p:spPr>
          <a:xfrm>
            <a:off x="1024316" y="978568"/>
            <a:ext cx="10143368" cy="580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2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1580-437C-8720-942B-B2A993F9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05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5B677-A402-C2FC-1D1E-B4604EA50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89" y="1219199"/>
            <a:ext cx="10828421" cy="5261811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Regional Performance: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West region generated the highest overall sales, indicating strong market demand and customer base in that area.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Sales Trend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show consistent growth over time, with noticeable spikes during year-end months, suggesting seasonal demand patterns.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Category Contribution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category contributes the largest share of total revenue compared to Furniture and Office Supplies.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Customer Segment Impact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Consumer segment accounts for a major portion of sales, making it the most significant revenue-driving segment.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09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Superstore Sales Performance Dashboard</vt:lpstr>
      <vt:lpstr>Key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2026-02-24T16:36:45Z</dcterms:created>
  <dcterms:modified xsi:type="dcterms:W3CDTF">2026-02-24T16:41:30Z</dcterms:modified>
</cp:coreProperties>
</file>